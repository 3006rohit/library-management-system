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A39A"/>
          </a:solidFill>
          <a:ln>
            <a:solidFill>
              <a:srgbClr val="1D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A39A"/>
                </a:solidFill>
                <a:latin typeface="Aptos"/>
              </a:rPr>
              <a:t>01  |  MEMBER EXPERIENCE</a:t>
            </a:r>
            <a:endParaRPr sz="1000" b="1">
              <a:solidFill>
                <a:srgbClr val="1DA39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768096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Everything members need, in a few clicks</a:t>
            </a:r>
            <a:endParaRPr sz="2800" b="1">
              <a:solidFill>
                <a:srgbClr val="14253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Aptos"/>
              </a:rPr>
              <a:t>A simple self-service journey from registration to discovering and borrowing books.</a:t>
            </a:r>
            <a:endParaRPr sz="1200" b="0">
              <a:solidFill>
                <a:srgbClr val="65748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15468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154680" cy="118872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4231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328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2606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53F"/>
                </a:solidFill>
                <a:latin typeface="Aptos"/>
              </a:rPr>
              <a:t>Member registration &amp; login</a:t>
            </a:r>
            <a:endParaRPr sz="1700" b="1">
              <a:solidFill>
                <a:srgbClr val="14253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3840480"/>
            <a:ext cx="25420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Aptos"/>
              </a:rPr>
              <a:t>Create a secure account and access a personalized member portal.</a:t>
            </a:r>
            <a:endParaRPr sz="1200" b="0">
              <a:solidFill>
                <a:srgbClr val="65748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4800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Quick sign-up with contact details</a:t>
            </a:r>
          </a:p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Secure login and profile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057400"/>
            <a:ext cx="315468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057400"/>
            <a:ext cx="3154680" cy="118872"/>
          </a:xfrm>
          <a:prstGeom prst="rect">
            <a:avLst/>
          </a:prstGeom>
          <a:solidFill>
            <a:srgbClr val="1DA39A"/>
          </a:solidFill>
          <a:ln>
            <a:solidFill>
              <a:srgbClr val="1D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16552" y="24231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DA39A"/>
          </a:solidFill>
          <a:ln>
            <a:solidFill>
              <a:srgbClr val="1D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5328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16552" y="3154680"/>
            <a:ext cx="2606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53F"/>
                </a:solidFill>
                <a:latin typeface="Aptos"/>
              </a:rPr>
              <a:t>Borrowing a book</a:t>
            </a:r>
            <a:endParaRPr sz="1700" b="1">
              <a:solidFill>
                <a:srgbClr val="14253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3840480"/>
            <a:ext cx="25420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Aptos"/>
              </a:rPr>
              <a:t>Search availability, check due dates, and keep borrowing history in one place.</a:t>
            </a:r>
            <a:endParaRPr sz="1200" b="0">
              <a:solidFill>
                <a:srgbClr val="65748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16552" y="4800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Real-time availability status</a:t>
            </a:r>
          </a:p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Clear due-date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057400"/>
            <a:ext cx="315468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2057400"/>
            <a:ext cx="3154680" cy="118872"/>
          </a:xfrm>
          <a:prstGeom prst="rect">
            <a:avLst/>
          </a:prstGeom>
          <a:solidFill>
            <a:srgbClr val="F2B035"/>
          </a:solidFill>
          <a:ln>
            <a:solidFill>
              <a:srgbClr val="F2B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24231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B035"/>
          </a:solidFill>
          <a:ln>
            <a:solidFill>
              <a:srgbClr val="F2B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5328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36992" y="3154680"/>
            <a:ext cx="2606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53F"/>
                </a:solidFill>
                <a:latin typeface="Aptos"/>
              </a:rPr>
              <a:t>Reserve a book</a:t>
            </a:r>
            <a:endParaRPr sz="1700" b="1">
              <a:solidFill>
                <a:srgbClr val="14253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36992" y="3840480"/>
            <a:ext cx="25420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Aptos"/>
              </a:rPr>
              <a:t>Join a waitlist when a title is unavailable and get notified when it is ready.</a:t>
            </a:r>
            <a:endParaRPr sz="1200" b="0">
              <a:solidFill>
                <a:srgbClr val="657487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36992" y="4800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One-click reservations</a:t>
            </a:r>
          </a:p>
          <a:p>
            <a:pPr>
              <a:spcAft>
                <a:spcPts val="700"/>
              </a:spcAft>
              <a:defRPr sz="1100">
                <a:solidFill>
                  <a:srgbClr val="657487"/>
                </a:solidFill>
                <a:latin typeface="Aptos"/>
              </a:defRPr>
            </a:pPr>
            <a:r>
              <a:t>Automated pickup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7487"/>
                </a:solidFill>
                <a:latin typeface="Aptos"/>
              </a:rPr>
              <a:t>Member portal  •  Search  •  Borrow  •  Reserve  •  Track</a:t>
            </a:r>
            <a:endParaRPr sz="1000" b="0">
              <a:solidFill>
                <a:srgbClr val="65748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WPS Presentation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Rohit</cp:lastModifiedBy>
  <cp:revision>2</cp:revision>
  <dcterms:created xsi:type="dcterms:W3CDTF">2013-01-27T09:14:00Z</dcterms:created>
  <dcterms:modified xsi:type="dcterms:W3CDTF">2026-10-15T05:58:31Z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A5F124A27F5D42758CEB49489E6EA2CD_12</vt:lpwstr>
  </property>
  <property fmtid="{D5CDD505-2E9C-101B-9397-08002B2CF9AE}" pid="3" name="KSOProductBuildVer">
    <vt:lpwstr>1033-12.1.0.28485</vt:lpwstr>
  </property>
</Properties>
</file>